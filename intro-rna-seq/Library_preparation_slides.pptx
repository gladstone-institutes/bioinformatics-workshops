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ockefelleruniversity.github.io/RU_RNAseq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rockefelleruniversity.github.io/RU_RNAseq/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536260da8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24536260da8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" name="Google Shape;56;g24536260da8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536260d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4536260d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536260da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536260da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http://rockefelleruniversity.github.io/RU_RNAseq/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More details here: https://rnaseq.uoregon.edu/#rna-prep-overview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536260da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536260da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From https://www.broadinstitute.org/files/shared/illuminavids/sequencingSlides.pdf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536260da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536260da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http://rockefelleruniversity.github.io/RU_RNAseq/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More details here: https://rnaseq.uoregon.edu/#rna-prep-working-with-rna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536260da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536260da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amplification: https://youtu.be/3URxJD5k3T8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536260da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536260da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Suggesting reading https://bmcbioinformatics.biomedcentral.com/articles/10.1186/s12859-020-3484-z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536260da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536260da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536260da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4536260da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531341"/>
            <a:ext cx="78867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3300"/>
              <a:buFont typeface="Helvetica Neue"/>
              <a:buNone/>
              <a:defRPr>
                <a:solidFill>
                  <a:srgbClr val="1155C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B42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B42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B42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B42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B42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5369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"/>
              <a:t>Library preparation</a:t>
            </a:r>
            <a:endParaRPr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839803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"/>
              <a:t>Please revise these slides before the workshop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205725" y="66591"/>
            <a:ext cx="78867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RNA-seq - experiment</a:t>
            </a: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225" y="863766"/>
            <a:ext cx="6701295" cy="387185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4836925" y="4735625"/>
            <a:ext cx="42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https://www.wikiwand.com/en/RNA-Seq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079100" y="759350"/>
            <a:ext cx="2292300" cy="15618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024825" y="4199050"/>
            <a:ext cx="22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mean length of 300 bp (typically ranging 200–700 bp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0" y="520800"/>
            <a:ext cx="6979849" cy="40429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type="title"/>
          </p:nvPr>
        </p:nvSpPr>
        <p:spPr>
          <a:xfrm>
            <a:off x="152400" y="76200"/>
            <a:ext cx="9144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How does the bulk-RNA-seq technology work?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83650" y="0"/>
            <a:ext cx="9144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cell organization for sequencing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0199" y="2047125"/>
            <a:ext cx="5437051" cy="28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75" y="3233450"/>
            <a:ext cx="1792500" cy="16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473375" y="1245675"/>
            <a:ext cx="499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cDNA library is applied to a flow cell</a:t>
            </a:r>
            <a:endParaRPr sz="1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00" y="736800"/>
            <a:ext cx="4337650" cy="210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83650" y="0"/>
            <a:ext cx="9144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Fragments preparation for the sequencer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9200"/>
            <a:ext cx="8839200" cy="399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83650" y="0"/>
            <a:ext cx="9144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DNA fragments immobilized on flow cell &amp; amplified into clonal clusters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6800"/>
            <a:ext cx="5354443" cy="41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0" y="4652400"/>
            <a:ext cx="733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From DOI: 10.5772/61657 and https://www.illumina.com/content/dam/illumina-marketing/documents/products/illumina_sequencing_introduction.pdf</a:t>
            </a:r>
            <a:endParaRPr sz="1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868" y="1906450"/>
            <a:ext cx="3332357" cy="299175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232075" y="2814375"/>
            <a:ext cx="8733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8275" y="2786166"/>
            <a:ext cx="744100" cy="4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4046125" y="2814375"/>
            <a:ext cx="744000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1298" y="2814375"/>
            <a:ext cx="1036575" cy="32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38" y="4370735"/>
            <a:ext cx="744100" cy="28166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46975" y="2830550"/>
            <a:ext cx="873300" cy="17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3231150" y="1608125"/>
            <a:ext cx="873300" cy="17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826" y="2773525"/>
            <a:ext cx="670724" cy="2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31158" y="1548263"/>
            <a:ext cx="1036575" cy="2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060750" y="652000"/>
            <a:ext cx="19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ds cDNA &gt; ss cDNA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78975" y="736800"/>
            <a:ext cx="365372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18872" y="0"/>
            <a:ext cx="78867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sequencing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628650" y="3162650"/>
            <a:ext cx="3731400" cy="16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unidirectionally - sequencing from one end only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less expensive, is typically reserved for quantifying gene expression in well-annotated genomes and analyzing small RNA molecules. 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628650" y="4692075"/>
            <a:ext cx="57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https://www.genewiz.com/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5424" l="2303" r="3285" t="8738"/>
          <a:stretch/>
        </p:blipFill>
        <p:spPr>
          <a:xfrm>
            <a:off x="669175" y="1401200"/>
            <a:ext cx="7805651" cy="16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919975" y="3162650"/>
            <a:ext cx="3731400" cy="16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bidirectionally - both ends of DNA fragments to be sequenced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usually recommended for most applications as it provides richer data and permits longer library insert sizes. 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628650" y="531341"/>
            <a:ext cx="78867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preparation affects the downstream analysis  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695150" y="1731050"/>
            <a:ext cx="808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RNA quality is fundamental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RNA extraction method can affect the transcript abundance 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Choice of platform and library preparation protocol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